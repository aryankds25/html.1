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Encoder &amp; Decoder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read QR codes using Python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about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92024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(Quick Response) code stores data like text, URLs, or contact details in a scannable pattern.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Python application to both generate new QR codes and read existing ones.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image processing and data encoding libraries to handle the full encode/decode cycle.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save generated codes as image files, and decode from a file or a live webcam feed.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and Decoder modules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920240"/>
            <a:ext cx="521208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9202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5212080" cy="3337560"/>
          </a:xfrm>
          <a:prstGeom prst="rect">
            <a:avLst/>
          </a:prstGeom>
          <a:solidFill>
            <a:srgbClr val="F4FBFA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889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text, URL, or contact info as input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QR image using the qrcode library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user set size and error-correction level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result as a PNG/JPG file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12080" cy="594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9202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2514600"/>
            <a:ext cx="5212080" cy="3337560"/>
          </a:xfrm>
          <a:prstGeom prst="rect">
            <a:avLst/>
          </a:prstGeom>
          <a:solidFill>
            <a:srgbClr val="F4FBFA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7889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QR codes from an image file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 codes live using a webcam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OpenCV and pyzbar to detect codes</a:t>
            </a:r>
            <a:endParaRPr lang="en-US" sz="1400" dirty="0"/>
          </a:p>
          <a:p>
            <a:pPr marL="203200" indent="-2032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decoded information to the user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step-by-step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8346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/ Decode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97480" y="3200400"/>
            <a:ext cx="502920" cy="0"/>
          </a:xfrm>
          <a:prstGeom prst="line">
            <a:avLst/>
          </a:prstGeom>
          <a:noFill/>
          <a:ln w="2540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0" y="28346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Encode: enter data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Decode: load image/webcam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0" y="3200400"/>
            <a:ext cx="502920" cy="0"/>
          </a:xfrm>
          <a:prstGeom prst="line">
            <a:avLst/>
          </a:prstGeom>
          <a:noFill/>
          <a:ln w="2540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28346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with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09560" y="3200400"/>
            <a:ext cx="502920" cy="0"/>
          </a:xfrm>
          <a:prstGeom prst="line">
            <a:avLst/>
          </a:prstGeom>
          <a:noFill/>
          <a:ln w="25400">
            <a:solidFill>
              <a:srgbClr val="5B6B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12480" y="28346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result: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image or decoded text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206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application supports two directions: creating a QR code from data, and extracting data from a QR code.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8016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shows how Python can combine data encoding and image processing in one tool.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offers complete, two-way functionality: generating QR codes and decoding them back.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 here apply to real-world uses like payments, ticketing, and contact sharing.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version can later be extended with a GUI or more advanced styling options.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2026-09-22T07:16:50Z</dcterms:created>
  <dcterms:modified xsi:type="dcterms:W3CDTF">2026-09-22T07:16:50Z</dcterms:modified>
</cp:coreProperties>
</file>